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C2A6B-6DDD-6694-6BB4-2A641A0DE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461D3-9C75-4591-7B6C-5D99746E6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FA21C-2CAD-772A-3E29-12AA4A3A3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7A91-A475-4F8F-B416-98BE7B327D7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780E-DAFD-DC65-A99C-75AAA15C9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57A65-F21E-05C8-5569-739C35C23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0F7A-FEFD-419F-A6EB-63239AF8D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939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0A38F-0766-449C-2343-FF0644151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292B8-1729-6E51-7DB7-08689B727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0A201-FF77-ED32-6944-8AC424D48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7A91-A475-4F8F-B416-98BE7B327D7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78A24-CF4B-FC3F-B1E1-0A0068232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3CCCD-CD66-C337-7ED8-127AD0372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0F7A-FEFD-419F-A6EB-63239AF8D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214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6A802-2C85-1269-40AA-F95390D2E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3C370-23CB-4177-BD80-EE0AAF36B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825E8-55B0-44A3-0E1C-BEDBC98C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7A91-A475-4F8F-B416-98BE7B327D7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2ED91-01A9-D173-8E57-DDF6ABE04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19FA7-0C7F-7C81-AB7D-80B353D1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0F7A-FEFD-419F-A6EB-63239AF8D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102F-6A33-8B09-AFCB-915EAE226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596EA-22AE-0421-27B1-B35521B8D8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CE1AA3-67EF-6026-B5D0-99F1B8187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9565E-9A33-FD52-BF58-6FD7984AE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7A91-A475-4F8F-B416-98BE7B327D7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5EA92-778A-47A5-CB15-0555972EB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03806-6925-5BF5-E5E4-3A2D5A4F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0F7A-FEFD-419F-A6EB-63239AF8D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2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A2B7A-A91F-A982-4CD8-D4B45E0C7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2B1E7-6A42-C61C-A5D1-247E5082A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7E956-9404-0379-4845-32B4AE7E2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3B2BA1-9403-5D69-289D-DC04DF8A5F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E45128-9274-4944-917E-3C9E7B5B60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083469-6A79-19CC-FDC7-8C1B92081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7A91-A475-4F8F-B416-98BE7B327D7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00783A-34B1-68DA-74D5-6035A86BF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1F52EC-0449-0BE1-2012-CC91A5933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0F7A-FEFD-419F-A6EB-63239AF8D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74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7E0B7-F19C-FC4E-7D6A-B1ED37F56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0E3B15-79B3-CED8-66D1-D77ED8E06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7A91-A475-4F8F-B416-98BE7B327D7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DBB92A-D19A-52DF-0ED9-77A00464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DA9F9-6782-BCA6-2B83-9EDF97D1C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0F7A-FEFD-419F-A6EB-63239AF8D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4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2345EE-834F-9204-01E6-FA27FE72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7A91-A475-4F8F-B416-98BE7B327D7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29DFD9-40DB-FC7A-1E97-F56CF0A2D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9FE0C-B756-6720-7F8C-4B9BC1B8E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0F7A-FEFD-419F-A6EB-63239AF8D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1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61EBB-FB57-4F69-086C-7C3665EA7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ADE0A-61AA-6B1D-4994-8DBD6066B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C6F41-0E62-6DFB-7F31-DD3FEE441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B1C5D-CAE5-3E8D-DA2E-864BDC921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7A91-A475-4F8F-B416-98BE7B327D7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4A4E2-8C7C-74E6-6277-9697CDA97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8B47C-7829-3B6D-C863-664071587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0F7A-FEFD-419F-A6EB-63239AF8D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47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0A86-4E6B-A23A-9B92-7C702E63E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DB9167-65EF-B26D-ADD4-9708E658F8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68D9D0-3318-FD21-9B48-222883791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1BF9B-1043-C0DC-C088-76FB9CA4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7A91-A475-4F8F-B416-98BE7B327D7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BC547-B46A-3EA7-BD35-BB86AE136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7ABC7-E36B-C284-1F6D-107EC658D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0F7A-FEFD-419F-A6EB-63239AF8D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531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5CB15-AE86-E0C1-4CF0-92AFF4BE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21FB6-B044-EE38-8545-C08E33A6A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7D0E9-876A-50A7-5E04-B6FE81CA9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7A91-A475-4F8F-B416-98BE7B327D7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F7B3E-EDA7-9654-0A42-FE67D3575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BB863-A118-6B7C-2457-03F817A18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0F7A-FEFD-419F-A6EB-63239AF8D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770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52C8D5-7DA3-3BBE-D3D2-8E3F489FFD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D2F4E-AA9F-B89C-352F-34E8CEB27A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7D2E6-0F5E-8DAD-E7FD-0FEE8850B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7A91-A475-4F8F-B416-98BE7B327D7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B83FF-15C8-4EF1-7DD7-1D9F03F5F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F54F3-5FCD-1824-E168-8354599F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70F7A-FEFD-419F-A6EB-63239AF8D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89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4BF1A-E185-E0C4-E8DD-21BA7147E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32632-5D0D-2714-E4C1-9A1339D17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50C7D-6238-9255-97C2-27A008F18C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77A91-A475-4F8F-B416-98BE7B327D7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88684-D535-4BBA-3A11-71A27797A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E5372-80EE-44A7-5568-E9F02D2B7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70F7A-FEFD-419F-A6EB-63239AF8D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1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B3189-F22E-C32C-E3D1-8F5AF4D1C9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53BD44-75B3-5A89-BAE4-E6B21D8DD8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81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A3093-3AFF-1F19-29C0-B2539183F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Radar Signal Processing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C8A39D-486D-A27C-B083-F96891B213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25616"/>
            <a:ext cx="10515600" cy="335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885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4AEA9-96AE-E4F0-5EDB-EBB260EB4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1845-C12F-68EE-F88B-6B6D87E7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Radar Signal Processing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60DB0D-FCF7-3940-F718-C6F8302F1D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9473" y="1690688"/>
            <a:ext cx="5454328" cy="17383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42C759-3A9C-A5EA-6485-5820A6933296}"/>
              </a:ext>
            </a:extLst>
          </p:cNvPr>
          <p:cNvSpPr txBox="1"/>
          <p:nvPr/>
        </p:nvSpPr>
        <p:spPr>
          <a:xfrm>
            <a:off x="814347" y="3620778"/>
            <a:ext cx="98147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Waveform Generator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000" dirty="0"/>
              <a:t>77 GHz waveform and required modulation for FMCW waveform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000" dirty="0"/>
              <a:t>Contains VCO (Voltage control Oscillator) which does the work of modulation as per required sensor parameters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51907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3A2B9-5FB2-6A19-FA0F-10BE6DC09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A7F8-C4FD-7018-ED2E-FA0DCBE3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Radar Signal Processing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407472-6554-01AC-B5D7-567AD06EA8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9473" y="1690688"/>
            <a:ext cx="5454328" cy="17383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DB0677-B29D-70D4-3B4F-B752ED7414FA}"/>
              </a:ext>
            </a:extLst>
          </p:cNvPr>
          <p:cNvSpPr txBox="1"/>
          <p:nvPr/>
        </p:nvSpPr>
        <p:spPr>
          <a:xfrm>
            <a:off x="814347" y="3620778"/>
            <a:ext cx="98147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Power Amplifier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Amplify</a:t>
            </a:r>
            <a:r>
              <a:rPr lang="en-AU" sz="2000" dirty="0"/>
              <a:t> signal from waveform generator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000" dirty="0"/>
              <a:t>Provide enough power to reach the far away objects and also to get back to receiving antenna (100 m (MRR) or more than 250 m (LRR))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97852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CA04B-1C06-8560-A5DB-3CD2977C4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8C147-67AB-F195-9267-A7F6EA08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Radar Signal Processing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2FA9AD-7D85-FA7E-E1F3-2EA4F10E4B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9473" y="1690688"/>
            <a:ext cx="5454328" cy="17383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9E4672-6E88-7F97-407E-EF061A0705A2}"/>
              </a:ext>
            </a:extLst>
          </p:cNvPr>
          <p:cNvSpPr txBox="1"/>
          <p:nvPr/>
        </p:nvSpPr>
        <p:spPr>
          <a:xfrm>
            <a:off x="814347" y="3620778"/>
            <a:ext cx="98147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Transmitter antenna (Tx) and Receiving antenna (Rx) </a:t>
            </a:r>
            <a:endParaRPr lang="en-US" sz="32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More than 1 transmitter Antenna </a:t>
            </a:r>
            <a:r>
              <a:rPr lang="en-AU" sz="2000" dirty="0"/>
              <a:t>and 2 or more receiving antenna are used</a:t>
            </a:r>
            <a:r>
              <a:rPr lang="en-US" sz="2000" dirty="0"/>
              <a:t> </a:t>
            </a:r>
            <a:endParaRPr lang="en-AU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000" dirty="0"/>
              <a:t>More Receiving antenna, improves the </a:t>
            </a:r>
            <a:r>
              <a:rPr lang="en-AU" sz="2000" b="1" dirty="0"/>
              <a:t>angular resolution </a:t>
            </a:r>
            <a:r>
              <a:rPr lang="en-AU" sz="2000" dirty="0"/>
              <a:t>of the sensor and hence the overall </a:t>
            </a:r>
            <a:r>
              <a:rPr lang="en-AU" sz="2000" b="1" dirty="0"/>
              <a:t>perception</a:t>
            </a:r>
            <a:r>
              <a:rPr lang="en-AU" sz="2000" dirty="0"/>
              <a:t> efficiency of the sensor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000" dirty="0"/>
              <a:t>Distance between Antenna Array is different between different wavelength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59914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B24A2-5309-B3FC-A7D1-F55709875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F00A1-5ED8-84DF-2CDA-403874342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Radar Signal Processing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54C93B-4848-D84D-9C8A-9036196509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9473" y="1690688"/>
            <a:ext cx="5454328" cy="17383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950827-E16C-EB1F-806A-20DA7D79584F}"/>
              </a:ext>
            </a:extLst>
          </p:cNvPr>
          <p:cNvSpPr txBox="1"/>
          <p:nvPr/>
        </p:nvSpPr>
        <p:spPr>
          <a:xfrm>
            <a:off x="814347" y="3620778"/>
            <a:ext cx="981478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Low Noise Amplifier (LNA)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000" dirty="0"/>
              <a:t>Amplifies the received signals at RX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76137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2254B-5D89-4C2C-AF10-A1D4E6F5D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BFDF0-C9DF-F42F-CD10-BAC912638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Radar Signal Processing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914DD5-4635-293A-7959-777E9C057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9473" y="1690688"/>
            <a:ext cx="5454328" cy="17383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1DF03A-D78D-76E6-3EFC-A3EDBD429E8D}"/>
              </a:ext>
            </a:extLst>
          </p:cNvPr>
          <p:cNvSpPr txBox="1"/>
          <p:nvPr/>
        </p:nvSpPr>
        <p:spPr>
          <a:xfrm>
            <a:off x="814347" y="3620778"/>
            <a:ext cx="981478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Mixer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000" dirty="0"/>
              <a:t>Provides the Intermediate frequency (IF) which is further helps to find the distance of object from Radar in FFT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Supports Digital Signal Processing block</a:t>
            </a:r>
          </a:p>
        </p:txBody>
      </p:sp>
    </p:spTree>
    <p:extLst>
      <p:ext uri="{BB962C8B-B14F-4D97-AF65-F5344CB8AC3E}">
        <p14:creationId xmlns:p14="http://schemas.microsoft.com/office/powerpoint/2010/main" val="2502606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20DB1-98C3-9EBD-8054-A405EA20F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43FFF-E10B-3180-95D8-3C7F4D40B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Radar Signal Processing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E4BBFC-9871-0AF3-8DB1-84C6D9EF8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9473" y="1690688"/>
            <a:ext cx="5454328" cy="17383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5CBEF1-6F50-7DCE-262D-F6B1BFCD75DF}"/>
              </a:ext>
            </a:extLst>
          </p:cNvPr>
          <p:cNvSpPr txBox="1"/>
          <p:nvPr/>
        </p:nvSpPr>
        <p:spPr>
          <a:xfrm>
            <a:off x="814347" y="3620778"/>
            <a:ext cx="98147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Low Pass Filter and Analog to Digital Sampling</a:t>
            </a:r>
            <a:endParaRPr lang="en-US" sz="32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000" dirty="0"/>
              <a:t>Received signal is sampled and given further to DSP (Digital Signal Processor) available on the Radar ECU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000" dirty="0"/>
              <a:t>Tight with ECU processing power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Supports Digital Signal Processing block</a:t>
            </a:r>
          </a:p>
        </p:txBody>
      </p:sp>
    </p:spTree>
    <p:extLst>
      <p:ext uri="{BB962C8B-B14F-4D97-AF65-F5344CB8AC3E}">
        <p14:creationId xmlns:p14="http://schemas.microsoft.com/office/powerpoint/2010/main" val="62683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5BCDF-EA04-FECC-2A2D-8C9FE564B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E6CA3-1C5B-6122-0F7F-F13E5212F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Radar Signal Processing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B0302B-FE26-CBDC-50D9-A98917236C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9473" y="1690688"/>
            <a:ext cx="5454328" cy="17383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457D46-90D4-B9DA-8EBA-A4D6EA55AD7F}"/>
              </a:ext>
            </a:extLst>
          </p:cNvPr>
          <p:cNvSpPr txBox="1"/>
          <p:nvPr/>
        </p:nvSpPr>
        <p:spPr>
          <a:xfrm>
            <a:off x="814347" y="3620778"/>
            <a:ext cx="9814786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Digital Signal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000" dirty="0"/>
              <a:t>Perform distance, speed and angle of the detected object and each of these parameters are measured for each reflected point (Detection).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000" dirty="0"/>
              <a:t>Involves Range – FFT, Doppler – FFT (2D FFT), CFAR, Angle of Arrival Determination, and finally Detection List generation for each Radar cycle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000" dirty="0"/>
              <a:t>Output will be used in </a:t>
            </a:r>
            <a:r>
              <a:rPr lang="en-US" sz="2000" i="1" dirty="0">
                <a:solidFill>
                  <a:schemeClr val="bg2">
                    <a:lumMod val="75000"/>
                  </a:schemeClr>
                </a:solidFill>
              </a:rPr>
              <a:t>Radar Data Processing (provide List of detections to compute </a:t>
            </a:r>
            <a:r>
              <a:rPr lang="en-AU" sz="2000" i="1" dirty="0">
                <a:solidFill>
                  <a:schemeClr val="bg2">
                    <a:lumMod val="75000"/>
                  </a:schemeClr>
                </a:solidFill>
              </a:rPr>
              <a:t>List of Track Objects (ex: </a:t>
            </a:r>
            <a:r>
              <a:rPr lang="en-US" sz="2000" i="1" dirty="0">
                <a:solidFill>
                  <a:schemeClr val="bg2">
                    <a:lumMod val="75000"/>
                  </a:schemeClr>
                </a:solidFill>
              </a:rPr>
              <a:t>Clustering, Object Tracking, …</a:t>
            </a:r>
            <a:r>
              <a:rPr lang="en-AU" sz="2000" i="1" dirty="0">
                <a:solidFill>
                  <a:schemeClr val="bg2">
                    <a:lumMod val="75000"/>
                  </a:schemeClr>
                </a:solidFill>
              </a:rPr>
              <a:t>)</a:t>
            </a:r>
            <a:endParaRPr lang="en-US" sz="2000" i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733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320</Words>
  <Application>Microsoft Office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Components of Radar Signal Processing</vt:lpstr>
      <vt:lpstr>Components of Radar Signal Processing</vt:lpstr>
      <vt:lpstr>Components of Radar Signal Processing</vt:lpstr>
      <vt:lpstr>Components of Radar Signal Processing</vt:lpstr>
      <vt:lpstr>Components of Radar Signal Processing</vt:lpstr>
      <vt:lpstr>Components of Radar Signal Processing</vt:lpstr>
      <vt:lpstr>Components of Radar Signal Processing</vt:lpstr>
      <vt:lpstr>Components of Radar Signal Processing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Duy Nguyen</dc:creator>
  <cp:lastModifiedBy>Duy Nguyen</cp:lastModifiedBy>
  <cp:revision>6</cp:revision>
  <dcterms:created xsi:type="dcterms:W3CDTF">2026-02-03T23:20:44Z</dcterms:created>
  <dcterms:modified xsi:type="dcterms:W3CDTF">2026-02-03T23:55:11Z</dcterms:modified>
</cp:coreProperties>
</file>